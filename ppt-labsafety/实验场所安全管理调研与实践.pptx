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6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9CC3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调研与实践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18288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DD7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基于《高等学校实验室安全检查项目表（2026年）》的系统设计与实现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C3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实验室安全学基础 · 课程实践汇报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汇报人：XXX    指导老师：XXX    2026年10月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研究背景与意义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83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国内外实验室安全管理现状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26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安全检查项目表解读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27889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926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实验场所检查项目详解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69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存在的问题分析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0" y="39319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069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解决方案总体设计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50749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212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系统功能实现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0" y="507492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5212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结论与展望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Background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2011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政策背景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《高等学校实验室安全检查项目表（2026年）》对实验室安全管理提出了系统化、规范化的要求，涵盖责任体系、规章制度、教育培训、安全准入、安全检查、实验场所等10大项。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554480"/>
            <a:ext cx="73152" cy="2011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现实需求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高校实验室数量多、设备杂、人员流动大，传统人工管理方式难以实现安全检查的全覆盖和实时预警，亟需信息化手段支撑。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40480"/>
            <a:ext cx="73152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通过信息化系统落实实验场所安全管理要求，实现实验室档案、预约准入、设备状态、耗材库存等全流程数字化管控，提升安全管理效能。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40480"/>
            <a:ext cx="73152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4389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对照检查项目表中'实验场所'相关要求，设计并实现一套实验室安全管理系统，覆盖检查要点并支持数据统计与预警。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国内外实验室安全管理现状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 Status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4572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国外管理模式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美国：OSHA职业安全与健康管理体系，强调风险评估与个人防护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欧盟：REACH法规对化学品全生命周期管控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日本：文部科学省制定《大学等实验室安全管理指南》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特点：法规完善、责任明确、信息化程度高、定期审计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554480"/>
            <a:ext cx="73152" cy="4572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国内管理现状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51206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教育部颁布《高等学校实验室安全检查项目表》年度更新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各高校建立实验室安全管理委员会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部分高校引入LIMS（实验室信息管理系统）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不足：信息化覆盖不均、预警机制滞后、数据孤岛问题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《高等学校实验室安全检查项目表（2026年）》解读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Inspection Items 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责任体系 —— 组织架构与责任落实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规章制度 —— 安全制度与操作规程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14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教育培训 —— 安全教育与培训考核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242316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514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安全准入 —— 人员与设备准入管理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83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安全检查 —— 日常巡查与隐患整改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26480" y="329184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DEEB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383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 —— 场地环境与设施条件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51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安全设施 —— 消防与应急防护设施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26480" y="416052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251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基础安全 —— 水电气及通用安全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120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化学安全 —— 危化品全流程管控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26480" y="5029200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5120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生物安全 —— 病原微生物管理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本汇报聚焦「实验场所」项，结合系统实现展开调研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实验场所检查项目详解（一）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Site Inspection - Part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2103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环境条件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实验室整洁有序，无杂物堆放；通风、照明、温湿度符合要求；实验区域与办公区域有效分隔。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554480"/>
            <a:ext cx="73152" cy="2103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区域划分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10312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按实验类型划分功能区（如化学区、生物区、仪器区）；危险区域设置明显警示标识；通道畅通无阻。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554480"/>
            <a:ext cx="73152" cy="2103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标识管理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210312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实验室门牌、安全信息牌、危险源标识齐全；紧急疏散指示清晰可见。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31920"/>
            <a:ext cx="73152" cy="2103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卫生管理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48056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实验垃圾按分类存放；废液收集容器规范；定期清洁消毒记录完整。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393192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3931920"/>
            <a:ext cx="73152" cy="2103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水电安全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26280" y="448056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水电线路规范无裸露；配电箱周围无杂物；停水停电应急预案完备。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39319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3931920"/>
            <a:ext cx="73152" cy="2103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消防通道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66760" y="448056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消防通道畅通；灭火器、消火栓位置合理且在有效期内；应急照明正常。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实验场所检查项目详解（二）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Site Inspection - Part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设施配置要求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实验台、通风柜、气瓶柜等设施布局合理；紧急喷淋、洗眼器等应急设施配备到位且定期检查；监控系统覆盖重点区域。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00400"/>
            <a:ext cx="73152" cy="2926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检查项目量化指标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5120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实验室安全信息牌上墙率：100%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危险源标识覆盖率：100%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消防通道畅通率：100%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应急设施完好率：≥95%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卫生检查合格率：≥90%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隐患整改完成率：≥95%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3200400"/>
            <a:ext cx="73152" cy="2926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检查频次要求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749040"/>
            <a:ext cx="51206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日常巡查：每日一次（实验室责任人）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定期检查：每月一次（院系）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专项检查：每季度一次（学校）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年度检查：每年一次（全覆盖）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检查记录留存期：≥3年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存在的问题分析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实验室档案信息分散，纸质台账与电子数据不同步，难以实时掌握场所状态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预约与准入环节缺乏数字化管控，非授权人员进入实验室存在安全隐患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设备状态依赖人工巡检，故障报修流程长，带病运行风险高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耗材（含危化品）库存预警不及时，过期或超量存放问题时有发生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安全检查记录难以追溯，隐患整改闭环管理不到位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数据统计分析能力弱，无法为安全决策提供数据支撑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解决方案总体设计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设计目标：以《检查项目表》为依据，构建覆盖实验场所全生命周期的安全管理系统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103120"/>
            <a:ext cx="9418320" cy="868680"/>
          </a:xfrm>
          <a:prstGeom prst="roundRect">
            <a:avLst>
              <a:gd name="adj" fmla="val 10526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219456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MySQL数据库 · 实验室/设备/耗材/预约/检查数据持久化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154680"/>
            <a:ext cx="9418320" cy="868680"/>
          </a:xfrm>
          <a:prstGeom prst="roundRect">
            <a:avLst>
              <a:gd name="adj" fmla="val 10526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324612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· RESTful API · JWT认证 · RBAC权限 · 统一异常处理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4206240"/>
            <a:ext cx="9418320" cy="868680"/>
          </a:xfrm>
          <a:prstGeom prst="roundRect">
            <a:avLst>
              <a:gd name="adj" fmla="val 10526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42976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429768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实验室档案 · 预约准入 · 设备管理 · 耗材管理 · 统计报表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5257800"/>
            <a:ext cx="9418320" cy="868680"/>
          </a:xfrm>
          <a:prstGeom prst="roundRect">
            <a:avLst>
              <a:gd name="adj" fmla="val 10526"/>
            </a:avLst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53492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534924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Vue2 + ElementUI · 响应式布局 · 角色化工作台 · 数据可视化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2194560" cy="43891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2194560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系统管理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部门管理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66344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846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操作日志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48640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1645920"/>
            <a:ext cx="2194560" cy="43891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88920" y="1645920"/>
            <a:ext cx="2194560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实验室管理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92608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实验室档案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63240" y="301752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设备台账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063240" y="384048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维修工单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063240" y="466344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4846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063240" y="548640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1645920"/>
            <a:ext cx="2194560" cy="43891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1645920"/>
            <a:ext cx="2194560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预约管理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25780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预约申请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94960" y="301752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审核流程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94960" y="384048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签到签退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466344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4846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时段管控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394960" y="548640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52360" y="1645920"/>
            <a:ext cx="2194560" cy="43891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52360" y="1645920"/>
            <a:ext cx="219456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236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耗材管理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58952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耗材档案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726680" y="301752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入库出库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726680" y="384048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726680" y="466344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4846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流水记录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726680" y="548640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84080" y="1645920"/>
            <a:ext cx="2194560" cy="43891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84080" y="1645920"/>
            <a:ext cx="2194560" cy="548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84080" y="1691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统计报表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92124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总览统计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10058400" y="301752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21240" y="3200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使用率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0058400" y="384048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92124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故障分析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0058400" y="466344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921240" y="4846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数据导出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10058400" y="5486400"/>
            <a:ext cx="1645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五大模块业务关联：预约→实验室→设备→耗材→统计，数据互通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实验室档案管理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Laboratory Archive 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2011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档案信息数字化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建立实验室电子档案，记录名称、编号、所属院系、负责人、面积、容纳人数、设备清单等基础信息，支持条件查询与批量管理。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554480"/>
            <a:ext cx="73152" cy="2011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状态实时管控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实验室状态（空闲/使用中/维护中/停用）实时更新，预约系统根据状态自动校验，避免冲突预约。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40480"/>
            <a:ext cx="73152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安全信息关联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档案关联危险源信息、应急设施位置、安全负责人，落实检查项目表中'安全信息牌'和'标识管理'要求。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40480"/>
            <a:ext cx="73152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4389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支持实验室档案Excel导出，满足检查台账留存要求，方便上级检查与数据归档。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预约与安全准入管理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Reservation &amp; Access Control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828800"/>
            <a:ext cx="914400" cy="9144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74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预约申请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师生在线提交预约，选择实验室、时段、用途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2103120"/>
            <a:ext cx="274320" cy="365760"/>
          </a:xfrm>
          <a:prstGeom prst="chevron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874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9748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权限校验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33832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系统校验角色权限与实验室状态，自动拦截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2103120"/>
            <a:ext cx="274320" cy="365760"/>
          </a:xfrm>
          <a:prstGeom prst="chevron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0" y="1828800"/>
            <a:ext cx="914400" cy="9144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874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审核确认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3832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管理员审核预约，通过后生成准入凭证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2103120"/>
            <a:ext cx="274320" cy="365760"/>
          </a:xfrm>
          <a:prstGeom prst="chevron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828800"/>
            <a:ext cx="914400" cy="9144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1874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609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签到准入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52360" y="33832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预约时段内签到，系统校验时间窗口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64040" y="2103120"/>
            <a:ext cx="274320" cy="365760"/>
          </a:xfrm>
          <a:prstGeom prst="chevron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78440" y="1828800"/>
            <a:ext cx="914400" cy="9144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78440" y="1874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69264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签退离场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84080" y="33832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使用结束签退，释放实验室资源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029200"/>
            <a:ext cx="73152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166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时段管控逻辑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" y="55778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签到允许提前15分钟、签退允许延后30分钟；预约未开始或已结束均拦截；未签到不可签退；确保仅授权人员在授权时段内使用实验室。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设备安全管理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Equipment Safety 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2103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设备台账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记录设备编号、名称、分类、型号、所属实验室、购买日期、状态等，关联实验室档案。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554480"/>
            <a:ext cx="73152" cy="2103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状态监控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10312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设备状态（在用/维修/报废）实时更新，维修中设备禁止预约使用，降低安全风险。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554480"/>
            <a:ext cx="73152" cy="2103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报修流程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210312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教师与管理员可提交报修，实验室管理员处理，形成完整工单闭环。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31920"/>
            <a:ext cx="73152" cy="2103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48056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支持设备台账导出，满足检查项目表中'设施配置'与'检查记录'留存要求。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393192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3931920"/>
            <a:ext cx="73152" cy="2103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069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故障统计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26280" y="448056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统计设备故障分布与维修工单处理情况，辅助设备维护决策。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39319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3931920"/>
            <a:ext cx="73152" cy="2103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66760" y="448056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学生仅可查看，教师可报修，管理员可增删改，按钮级权限控制。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耗材与危险品管理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Consumables &amp; Hazardous Materials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2011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耗材档案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建立耗材电子档案，记录编号、名称、分类、单位、预警值、所属实验室，支持条件查询。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554480"/>
            <a:ext cx="73152" cy="2011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出入库流水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完整记录入库、出库操作，关联操作人与预约单，实现耗材全流程可追溯。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40480"/>
            <a:ext cx="73152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库存低于预警值时系统自动标记，统计报表高亮展示，辅助及时采购补充。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40480"/>
            <a:ext cx="73152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4389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支持耗材档案与出入库流水导出，满足检查项目表中'化学安全'与'基础安全'台账要求。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安全检查与预警机制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 Inspection &amp; Warning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操作日志：完整记录用户登录、数据操作等行为，支持按账号、状态、时间查询与导出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数据权限：基于RBAC模型，实验室管理员仅可见负责的实验室数据，避免信息泄露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库存预警：耗材库存低于阈值自动预警，统计页面红色标识提醒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时段校验：签到签退严格校验预约时间段，防止非授权时段使用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状态联动：设备维修中自动锁定预约，实验室维护中禁止使用申请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557784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577840"/>
            <a:ext cx="7315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闭环管理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6126480"/>
            <a:ext cx="108813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发现隐患 → 登记记录 → 指派整改 → 跟踪验证 → 归档留存，形成安全检查PDCA闭环。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Statistics &amp;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2011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总览统计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首页工作台展示实验室总数、设备总数、今日预约、库存预警等关键指标，按角色差异化展示。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554480"/>
            <a:ext cx="73152" cy="2011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使用率分析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按预约次数和使用时长统计各实验室运行情况，以图表形式展示排名与趋势，辅助资源配置。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40480"/>
            <a:ext cx="73152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故障分析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统计设备状态分布与维修工单处理情况，识别高频故障设备，辅助维护决策。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40480"/>
            <a:ext cx="73152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438912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展示耗材库存预警、高频领用和出入库汇总，辅助采购决策，避免断供或积压。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权限与责任体系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Role-based Access Control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2697480" cy="4389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8740" y="1828800"/>
            <a:ext cx="914400" cy="9144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系统管理员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56616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全部模块管理权限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用户/角色/部门管理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操作日志查看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697480" cy="4389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9100" y="1828800"/>
            <a:ext cx="914400" cy="9144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实验室管理员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356616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负责实验室档案与设备管理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维修工单处理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耗材库存管理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本实验室数据统计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697480" cy="4389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09460" y="1828800"/>
            <a:ext cx="914400" cy="9144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356616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实验室预约申请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设备报修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查看负责实验室使用率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1645920"/>
            <a:ext cx="2697480" cy="4389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89820" y="1828800"/>
            <a:ext cx="914400" cy="9144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2926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35440" y="356616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实验室预约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签到签退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查看预约记录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基于RBAC权限模型，菜单级与按钮级双重控制，落实检查项目表'责任体系'要求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系统实现效果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 Results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+ Vue2 + ElementUI，RESTful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64592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783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JWT认证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3317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无状态认证，localStorage存储Token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783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动态路由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3317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基于角色动态生成菜单与路由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98280" y="164592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1783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数据权限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35440" y="23317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实验室管理员数据范围隔离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77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操作审计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45262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AOP切面记录操作日志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38404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977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74720" y="45262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Apache POI生成Excel报表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8404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977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实时通知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5080" y="45262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WebSocket消息推送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98280" y="384048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3977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图表可视化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5440" y="45262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ECharts数据展示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应用场景演示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 Scenarios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73152" cy="2011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场景一：日常预约使用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学生在线预约实验室→管理员审核→时段内签到→使用后签退→系统记录存档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45920"/>
            <a:ext cx="73152" cy="2011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场景二：设备故障报修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19456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教师发现设备故障→提交报修工单→实验室管理员处理→设备状态更新→故障统计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31920"/>
            <a:ext cx="73152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69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场景三：耗材库存预警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48056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耗材出库后库存低于阈值→系统预警→管理员采购入库→库存恢复正常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931920"/>
            <a:ext cx="73152" cy="2011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069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场景四：安全检查台账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448056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管理员导出实验室档案/设备台账/操作日志→形成检查台账→满足上级检查要求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调研结论与建议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Conclusions &amp; Recommendations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调研结论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对照《高等学校实验室安全检查项目表（2026年）》中'实验场所'相关要求，现有实验室管理在档案数字化、准入管控、设备状态、耗材预警、检查留痕等方面存在信息化不足，亟需系统化解决方案。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10698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建议一：推进实验室档案全量数字化，实现'一室一档'动态管理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建议二：完善预约准入机制，严格落实时段管控与签到签退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建议三：建立设备状态实时监控与报修闭环流程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建议四：强化耗材（含危化品）库存预警与出入库追溯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建议五：健全安全检查台账，支持数据导出与历史留存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建议六：构建数据统计分析能力，为安全决策提供支撑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Future Outlook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3716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4389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智能化升级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2918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引入物联网传感器，实时监测温湿度、烟雾、气体浓度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异常情况自动报警并联动门禁系统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AI识别违规操作行为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576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554480"/>
            <a:ext cx="73152" cy="4389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移动端扩展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103120"/>
            <a:ext cx="32918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开发微信小程序端，支持移动端预约、签到、报修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扫码识别设备与耗材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移动审批提升效率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554480"/>
            <a:ext cx="73152" cy="4389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数据互通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2103120"/>
            <a:ext cx="32004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对接学校统一身份认证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与教务系统课表联动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跨实验室数据共享分析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  |  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184648" y="3840480"/>
            <a:ext cx="18288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DD7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敬请各位老师批评指正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A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实验场所安全管理调研与实践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53949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8B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实验室安全学基础 · 课程实践汇报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实验室安全学基础课程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实验场所安全管理调研与实践</dc:title>
  <dc:subject>实验场所安全管理调研与实践</dc:subject>
  <dc:creator>实验室安全调研组</dc:creator>
  <cp:lastModifiedBy>实验室安全调研组</cp:lastModifiedBy>
  <cp:revision>1</cp:revision>
  <dcterms:created xsi:type="dcterms:W3CDTF">2026-10-20T10:35:50Z</dcterms:created>
  <dcterms:modified xsi:type="dcterms:W3CDTF">2026-10-20T10:35:50Z</dcterms:modified>
</cp:coreProperties>
</file>